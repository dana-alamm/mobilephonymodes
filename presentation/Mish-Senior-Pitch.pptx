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04672" y="365760"/>
            <a:ext cx="994750" cy="411480"/>
          </a:xfrm>
          <a:prstGeom prst="roundRect">
            <a:avLst>
              <a:gd name="adj" fmla="val 22222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0000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4106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82115" y="320040"/>
            <a:ext cx="2683667" cy="502920"/>
          </a:xfrm>
          <a:prstGeom prst="roundRect">
            <a:avLst>
              <a:gd name="adj" fmla="val 21818"/>
            </a:avLst>
          </a:prstGeom>
          <a:solidFill>
            <a:srgbClr val="17B57F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2064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6170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02755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43810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22C58B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0972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// PROBLEM · 20 SEC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graduates can't get a first IT job.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job asks for experience.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drown in CVs.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77240" y="491032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8720" y="47548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stay hidden behind a piece of paper.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90000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945726" y="365760"/>
            <a:ext cx="994750" cy="411480"/>
          </a:xfrm>
          <a:prstGeom prst="roundRect">
            <a:avLst>
              <a:gd name="adj" fmla="val 22222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4106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82115" y="320040"/>
            <a:ext cx="2683667" cy="502920"/>
          </a:xfrm>
          <a:prstGeom prst="roundRect">
            <a:avLst>
              <a:gd name="adj" fmla="val 21818"/>
            </a:avLst>
          </a:prstGeom>
          <a:solidFill>
            <a:srgbClr val="17B57F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2064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6170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02755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43810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22C58B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0972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// IMPACT · 15 SEC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is wasted. Hiring is slow.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chance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skills, not CV lines.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scores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real results before the first call.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skill and score in seconds.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90000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106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86781" y="365760"/>
            <a:ext cx="994750" cy="411480"/>
          </a:xfrm>
          <a:prstGeom prst="roundRect">
            <a:avLst>
              <a:gd name="adj" fmla="val 22222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82115" y="320040"/>
            <a:ext cx="2683667" cy="502920"/>
          </a:xfrm>
          <a:prstGeom prst="roundRect">
            <a:avLst>
              <a:gd name="adj" fmla="val 21818"/>
            </a:avLst>
          </a:prstGeom>
          <a:solidFill>
            <a:srgbClr val="17B57F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2064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6170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02755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43810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22C58B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0972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// SOLUTION · 15 SEC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to 2 skills. 10 questions. Pass at 5/10.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interviews in Arabic or English. HR and technical.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hired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filter, view scores, invite and chat.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31520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SCORING BY GOOGLE GEMINI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90000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106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82115" y="320040"/>
            <a:ext cx="2683667" cy="502920"/>
          </a:xfrm>
          <a:prstGeom prst="roundRect">
            <a:avLst>
              <a:gd name="adj" fmla="val 21818"/>
            </a:avLst>
          </a:prstGeom>
          <a:solidFill>
            <a:srgbClr val="17B57F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27835" y="365760"/>
            <a:ext cx="2592227" cy="411480"/>
          </a:xfrm>
          <a:prstGeom prst="roundRect">
            <a:avLst>
              <a:gd name="adj" fmla="val 22222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2064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6170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02755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43810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22C58B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0972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 SEC · RECORDED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08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1645920"/>
            <a:ext cx="1072591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25400">
            <a:solidFill>
              <a:srgbClr val="CBD5D0"/>
            </a:solidFill>
            <a:prstDash val="dash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90000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106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82115" y="320040"/>
            <a:ext cx="2683667" cy="502920"/>
          </a:xfrm>
          <a:prstGeom prst="roundRect">
            <a:avLst>
              <a:gd name="adj" fmla="val 21818"/>
            </a:avLst>
          </a:prstGeom>
          <a:solidFill>
            <a:srgbClr val="17B57F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2064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66366" y="365760"/>
            <a:ext cx="994750" cy="411480"/>
          </a:xfrm>
          <a:prstGeom prst="roundRect">
            <a:avLst>
              <a:gd name="adj" fmla="val 22222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170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02755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43810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22C58B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0972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15 SEC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like Turing are built to filter out junior talent and focus only on Seniors.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GAP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give fresh graduates a fair chance to prove their skills through smart, conversational AI assessments rather than stressful algorithm exams.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90000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106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82115" y="320040"/>
            <a:ext cx="2683667" cy="502920"/>
          </a:xfrm>
          <a:prstGeom prst="roundRect">
            <a:avLst>
              <a:gd name="adj" fmla="val 21818"/>
            </a:avLst>
          </a:prstGeom>
          <a:solidFill>
            <a:srgbClr val="17B57F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2064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170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7421" y="365760"/>
            <a:ext cx="994750" cy="411480"/>
          </a:xfrm>
          <a:prstGeom prst="roundRect">
            <a:avLst>
              <a:gd name="adj" fmla="val 22222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02755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43810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22C58B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0972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// BUSINESS · 15 SEC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pay. Graduates start free.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JOD / month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filter candidates. Limited invites.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JOD / month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invites. Priority access to new candidates.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note: payments are simulated.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90000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106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82115" y="320040"/>
            <a:ext cx="2683667" cy="502920"/>
          </a:xfrm>
          <a:prstGeom prst="roundRect">
            <a:avLst>
              <a:gd name="adj" fmla="val 21818"/>
            </a:avLst>
          </a:prstGeom>
          <a:solidFill>
            <a:srgbClr val="17B57F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2064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170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02755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248475" y="365760"/>
            <a:ext cx="994750" cy="411480"/>
          </a:xfrm>
          <a:prstGeom prst="roundRect">
            <a:avLst>
              <a:gd name="adj" fmla="val 22222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43810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22C58B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0972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// TEAM · 10 SEC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90000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106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82115" y="320040"/>
            <a:ext cx="2683667" cy="502920"/>
          </a:xfrm>
          <a:prstGeom prst="roundRect">
            <a:avLst>
              <a:gd name="adj" fmla="val 21818"/>
            </a:avLst>
          </a:prstGeom>
          <a:solidFill>
            <a:srgbClr val="17B57F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20646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F9F6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1701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8A5E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02755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0B3D2C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343810" y="320040"/>
            <a:ext cx="1086190" cy="502920"/>
          </a:xfrm>
          <a:prstGeom prst="roundRect">
            <a:avLst>
              <a:gd name="adj" fmla="val 21818"/>
            </a:avLst>
          </a:prstGeom>
          <a:solidFill>
            <a:srgbClr val="22C58B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389530" y="365760"/>
            <a:ext cx="994750" cy="411480"/>
          </a:xfrm>
          <a:prstGeom prst="roundRect">
            <a:avLst>
              <a:gd name="adj" fmla="val 22222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10972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// THE ASK · 15 SEC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us reach first jobs.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companies to hire from.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 and feedback.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31520" y="4937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 </a:t>
            </a:r>
            <a:pPr indent="0" marL="0">
              <a:buNone/>
            </a:pPr>
            <a:r>
              <a:rPr lang="en-US" sz="36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it. Get seen.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2026-10-11T09:32:52Z</dcterms:created>
  <dcterms:modified xsi:type="dcterms:W3CDTF">2026-10-11T09:32:52Z</dcterms:modified>
</cp:coreProperties>
</file>