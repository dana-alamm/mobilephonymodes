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// PROBLEM · 20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graduates can't get a first IT job.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317296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job asks for experience.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77240" y="404164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drown in CVs.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777240" y="491032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47548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stay hidden behind a piece of paper.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// IMPACT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is wasted. Hiring is slow.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fair chance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skills, not CV lines.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scores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real results before the first call.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skill and score in seconds.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// SOLUTION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up to 2 skills. 10 questions. Pass at 5/10.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interviews in Arabic or English. HR and technical.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hired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filter, view scores, invite and chat.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" y="5669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SCORING BY GOOGLE GEMINI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DEMO · 60 SEC · RECORDED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1072591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25400">
            <a:solidFill>
              <a:srgbClr val="CBD5D0"/>
            </a:solidFill>
            <a:prstDash val="dash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// MARKET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 like Turing are built to filter out junior talent and focus only on Seniors.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GAP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give fresh graduates a fair chance to prove their skills through smart, conversational AI assessments rather than stressful algorithm exams.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// MARKET · POSITIONING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Competitors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310896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774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IT graduates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1520" y="3520440"/>
            <a:ext cx="310896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6118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JORDAN FIRST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9319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[# of them in Jordan]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31520" y="4754880"/>
            <a:ext cx="310896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463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 NEXT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51663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[# of them in MENA]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297680" y="137160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CONVERSATIONAL AI ASSESSMENT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97680" y="1783080"/>
            <a:ext cx="7159752" cy="4069080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19050">
            <a:solidFill>
              <a:srgbClr val="CBD5D0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877556" y="1783080"/>
            <a:ext cx="0" cy="4069080"/>
          </a:xfrm>
          <a:prstGeom prst="line">
            <a:avLst/>
          </a:prstGeom>
          <a:noFill/>
          <a:ln w="12700">
            <a:solidFill>
              <a:srgbClr val="CBD5D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4297680" y="3817620"/>
            <a:ext cx="7159752" cy="0"/>
          </a:xfrm>
          <a:prstGeom prst="line">
            <a:avLst/>
          </a:prstGeom>
          <a:noFill/>
          <a:ln w="12700">
            <a:solidFill>
              <a:srgbClr val="CBD5D0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937760" y="2468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[COMPETITOR B]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0" y="2468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0F9F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37760" y="4754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0" y="4754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[COMPETITOR C]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97680" y="5943600"/>
            <a:ext cx="7159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SENIORS ONLY          FOR FRESH GRADUATES →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332720" y="64008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0F1F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SEC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// BUSINESS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pay. Graduates start free.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JOD / month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and filter candidates. Limited invites.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JOD / month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invites. Priority access to new candidates.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31520" y="5989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note: payments are simulated.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// TEAM · 10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// THE ASK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us reach first jobs.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317296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companies to hire from.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77240" y="404164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 and feedback.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31520" y="49377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 </a:t>
            </a:r>
            <a:pPr indent="0" marL="0">
              <a:buNone/>
            </a:pPr>
            <a:r>
              <a:rPr lang="en-US" sz="36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it. Get seen.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2026-10-11T09:36:00Z</dcterms:created>
  <dcterms:modified xsi:type="dcterms:W3CDTF">2026-10-11T09:36:00Z</dcterms:modified>
</cp:coreProperties>
</file>