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58952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// PROBLEM · 20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172968"/>
            <a:ext cx="182880" cy="182880"/>
          </a:xfrm>
          <a:prstGeom prst="rect">
            <a:avLst/>
          </a:prstGeom>
          <a:solidFill>
            <a:srgbClr val="E8201C"/>
          </a:solidFill>
          <a:ln w="12700">
            <a:solidFill>
              <a:srgbClr val="E820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182880" cy="182880"/>
          </a:xfrm>
          <a:prstGeom prst="rect">
            <a:avLst/>
          </a:prstGeom>
          <a:solidFill>
            <a:srgbClr val="E8201C"/>
          </a:solidFill>
          <a:ln w="12700">
            <a:solidFill>
              <a:srgbClr val="E820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77240" y="4910328"/>
            <a:ext cx="182880" cy="182880"/>
          </a:xfrm>
          <a:prstGeom prst="rect">
            <a:avLst/>
          </a:prstGeom>
          <a:solidFill>
            <a:srgbClr val="E8201C"/>
          </a:solidFill>
          <a:ln w="12700">
            <a:solidFill>
              <a:srgbClr val="E820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900006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// IMPACT · 15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891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3891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0467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HIRING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0467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41061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// SOLUTION · 15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891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3891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0467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0467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82115" y="347472"/>
            <a:ext cx="2683667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 SEC · RECORDED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08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1645920"/>
            <a:ext cx="10725912" cy="4480560"/>
          </a:xfrm>
          <a:prstGeom prst="rect">
            <a:avLst/>
          </a:prstGeom>
          <a:ln w="31750">
            <a:solidFill>
              <a:srgbClr val="BDB8AE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20646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// MARKET · 15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08960"/>
            <a:ext cx="5303520" cy="2834640"/>
          </a:xfrm>
          <a:prstGeom prst="rect">
            <a:avLst/>
          </a:prstGeom>
          <a:solidFill>
            <a:srgbClr val="FFFFFF"/>
          </a:solidFill>
          <a:ln w="31750">
            <a:solidFill>
              <a:srgbClr val="0D0D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153912" y="3108960"/>
            <a:ext cx="5303520" cy="2834640"/>
          </a:xfrm>
          <a:prstGeom prst="rect">
            <a:avLst/>
          </a:prstGeom>
          <a:solidFill>
            <a:srgbClr val="FFFFFF"/>
          </a:solidFill>
          <a:ln w="31750">
            <a:solidFill>
              <a:srgbClr val="E820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GAP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1701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// BUSINESS · 15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08960"/>
            <a:ext cx="5303520" cy="2834640"/>
          </a:xfrm>
          <a:prstGeom prst="rect">
            <a:avLst/>
          </a:prstGeom>
          <a:solidFill>
            <a:srgbClr val="FFFFFF"/>
          </a:solidFill>
          <a:ln w="31750">
            <a:solidFill>
              <a:srgbClr val="0D0D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153912" y="3108960"/>
            <a:ext cx="5303520" cy="2834640"/>
          </a:xfrm>
          <a:prstGeom prst="rect">
            <a:avLst/>
          </a:prstGeom>
          <a:solidFill>
            <a:srgbClr val="FFFFFF"/>
          </a:solidFill>
          <a:ln w="31750">
            <a:solidFill>
              <a:srgbClr val="E820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PREMIUM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202755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// TEAM · 10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891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891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891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3891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8046720" y="3108960"/>
            <a:ext cx="3383280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0" y="32004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046720" y="35204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[Name]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046720" y="41148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[Role]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87257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362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solidFill>
            <a:srgbClr val="E8201C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54683" y="320040"/>
            <a:ext cx="27385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// DEMO · 60S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solidFill>
            <a:srgbClr val="1D1D1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3214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solidFill>
            <a:srgbClr val="3A3A3A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34269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solidFill>
            <a:srgbClr val="111111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75323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solidFill>
            <a:srgbClr val="FF2D2D"/>
          </a:solidFill>
          <a:ln w="25400">
            <a:solidFill>
              <a:srgbClr val="F4F2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16378" y="320040"/>
            <a:ext cx="114105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343810" y="347472"/>
            <a:ext cx="1086190" cy="448056"/>
          </a:xfrm>
          <a:prstGeom prst="rect">
            <a:avLst/>
          </a:prstGeom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11430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20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// THE ASK · 15 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23" name="Shape 21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31750">
            <a:solidFill>
              <a:srgbClr val="0D0D0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3172968"/>
            <a:ext cx="182880" cy="182880"/>
          </a:xfrm>
          <a:prstGeom prst="rect">
            <a:avLst/>
          </a:prstGeom>
          <a:solidFill>
            <a:srgbClr val="E8201C"/>
          </a:solidFill>
          <a:ln w="12700">
            <a:solidFill>
              <a:srgbClr val="E820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182880" cy="182880"/>
          </a:xfrm>
          <a:prstGeom prst="rect">
            <a:avLst/>
          </a:prstGeom>
          <a:solidFill>
            <a:srgbClr val="E8201C"/>
          </a:solidFill>
          <a:ln w="12700">
            <a:solidFill>
              <a:srgbClr val="E820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E8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2026-10-11T09:27:43Z</dcterms:created>
  <dcterms:modified xsi:type="dcterms:W3CDTF">2026-10-11T09:27:43Z</dcterms:modified>
</cp:coreProperties>
</file>