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-1.mp4"/><Relationship Id="rId2" Type="http://schemas.microsoft.com/office/2007/relationships/media" Target="../media/media-1-1.mp4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10</a:t>
            </a:r>
            <a:endParaRPr lang="en-US" sz="10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527048" y="118872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// PROBLEM · 20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graduates can't get a first IT job.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job asks for experience.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drown in CVs.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77240" y="491032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754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stay hidden behind a piece of paper.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IMPACT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is wasted. Hiring is slow.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chance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skills, not CV lines.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scores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 results before the first call.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skill and score in seconds.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SOLUTION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to 2 skills. 10 questions. Pass at 5/10.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interviews in Arabic or English. HR and technical.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hired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filter, view scores, invite and chat.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SCORING BY GOOGLE GEMINI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 SEC · RECORDED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1072591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25400">
            <a:solidFill>
              <a:srgbClr val="CBD5D0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like Turing are built to filter out junior talent and focus only on Seniors.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GAP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fresh graduates a fair chance to prove their skills through smart, conversational AI assessments rather than stressful algorithm exams.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Competitors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IT graduates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52044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FIRST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ICT Graduates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46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 NEXT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IT Graduates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97680" y="13716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CONVERSATIONAL AI ASSESSMENT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7159752" cy="4069080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9050">
            <a:solidFill>
              <a:srgbClr val="CBD5D0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77556" y="1783080"/>
            <a:ext cx="0" cy="406908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297680" y="3817620"/>
            <a:ext cx="7159752" cy="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93776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0F9F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3776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HACKERRANK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5943600"/>
            <a:ext cx="7159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SENIORS ONLY          FOR FRESH GRADUATES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BUSINESS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pay. Graduates start free.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JOD / 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filter candidates. Limited invites.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JOD / month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invites. Priority access to new candidates.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note: payments are simulated.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// TEAM · 10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 Alamm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Alaa Qtishat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// THE ASK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reach first jobs.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companies to hire from.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and feedback.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 </a:t>
            </a:r>
            <a:pPr indent="0" marL="0">
              <a:buNone/>
            </a:pPr>
            <a:r>
              <a:rPr lang="en-US" sz="36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Get seen.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2026-10-11T09:53:18Z</dcterms:created>
  <dcterms:modified xsi:type="dcterms:W3CDTF">2026-10-11T09:53:18Z</dcterms:modified>
</cp:coreProperties>
</file>